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4389" y="4839672"/>
            <a:ext cx="5536244" cy="1240850"/>
            <a:chOff x="0" y="0"/>
            <a:chExt cx="7381659" cy="1654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81621" cy="1654429"/>
            </a:xfrm>
            <a:custGeom>
              <a:avLst/>
              <a:gdLst/>
              <a:ahLst/>
              <a:cxnLst/>
              <a:rect r="r" b="b" t="t" l="l"/>
              <a:pathLst>
                <a:path h="1654429" w="7381621">
                  <a:moveTo>
                    <a:pt x="0" y="0"/>
                  </a:moveTo>
                  <a:lnTo>
                    <a:pt x="7381621" y="0"/>
                  </a:lnTo>
                  <a:lnTo>
                    <a:pt x="7381621" y="1654429"/>
                  </a:lnTo>
                  <a:lnTo>
                    <a:pt x="0" y="1654429"/>
                  </a:lnTo>
                  <a:close/>
                </a:path>
              </a:pathLst>
            </a:custGeom>
            <a:blipFill>
              <a:blip r:embed="rId3"/>
              <a:stretch>
                <a:fillRect l="0" t="-24446" r="0" b="-2444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20815" y="3068260"/>
            <a:ext cx="5246370" cy="1119349"/>
            <a:chOff x="0" y="0"/>
            <a:chExt cx="6995160" cy="14924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95160" cy="1492504"/>
            </a:xfrm>
            <a:custGeom>
              <a:avLst/>
              <a:gdLst/>
              <a:ahLst/>
              <a:cxnLst/>
              <a:rect r="r" b="b" t="t" l="l"/>
              <a:pathLst>
                <a:path h="1492504" w="6995160">
                  <a:moveTo>
                    <a:pt x="0" y="0"/>
                  </a:moveTo>
                  <a:lnTo>
                    <a:pt x="6995160" y="0"/>
                  </a:lnTo>
                  <a:lnTo>
                    <a:pt x="6995160" y="1492504"/>
                  </a:lnTo>
                  <a:lnTo>
                    <a:pt x="0" y="1492504"/>
                  </a:lnTo>
                  <a:close/>
                </a:path>
              </a:pathLst>
            </a:custGeom>
            <a:blipFill>
              <a:blip r:embed="rId4"/>
              <a:stretch>
                <a:fillRect l="0" t="-28205" r="0" b="-28202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DAHVQNxJLSg</dc:identifier>
  <dcterms:modified xsi:type="dcterms:W3CDTF">2011-08-01T06:04:30Z</dcterms:modified>
  <cp:revision>1</cp:revision>
  <dc:title>TEAM-TITANS .pptx-1.pptx</dc:title>
</cp:coreProperties>
</file>